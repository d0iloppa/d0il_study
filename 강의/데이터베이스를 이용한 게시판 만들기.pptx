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72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41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7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64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17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24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4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5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5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750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실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3"/>
          <p:cNvSpPr>
            <a:spLocks noChangeArrowheads="1"/>
          </p:cNvSpPr>
          <p:nvPr userDrawn="1"/>
        </p:nvSpPr>
        <p:spPr bwMode="gray">
          <a:xfrm>
            <a:off x="11214099" y="6643688"/>
            <a:ext cx="977900" cy="2159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12192000" cy="555848"/>
          </a:xfrm>
          <a:prstGeom prst="rect">
            <a:avLst/>
          </a:prstGeom>
          <a:pattFill prst="wdUpDiag">
            <a:fgClr>
              <a:srgbClr val="FDED9C"/>
            </a:fgClr>
            <a:bgClr>
              <a:schemeClr val="bg1"/>
            </a:bgClr>
          </a:patt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8B33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11039012" y="6605588"/>
            <a:ext cx="112394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/60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84667" y="51786"/>
            <a:ext cx="10380133" cy="474662"/>
          </a:xfrm>
        </p:spPr>
        <p:txBody>
          <a:bodyPr>
            <a:noAutofit/>
          </a:bodyPr>
          <a:lstStyle>
            <a:lvl1pPr algn="l">
              <a:defRPr sz="2400" b="1" spc="-100" baseline="0">
                <a:solidFill>
                  <a:srgbClr val="8B333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84668" y="773705"/>
            <a:ext cx="11951992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1400" b="0"/>
            </a:lvl1pPr>
            <a:lvl2pPr marL="534988" indent="-177800">
              <a:lnSpc>
                <a:spcPct val="120000"/>
              </a:lnSpc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400"/>
            </a:lvl2pPr>
            <a:lvl3pPr marL="720725" indent="-185738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200"/>
            </a:lvl3pPr>
            <a:lvl4pPr marL="898525" indent="-177800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077913" indent="-179388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2848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1EB7F-1ED5-4AD4-8AC8-2BF51BAFD3EE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88E16-0046-43CA-9265-09699384A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5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데이터베이스를 이용한 게시판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640828" y="989530"/>
            <a:ext cx="8963994" cy="3926715"/>
          </a:xfrm>
        </p:spPr>
        <p:txBody>
          <a:bodyPr>
            <a:normAutofit/>
          </a:bodyPr>
          <a:lstStyle/>
          <a:p>
            <a:pPr marL="93662" indent="0">
              <a:buNone/>
            </a:pPr>
            <a:r>
              <a:rPr lang="ko-KR" altLang="en-US" sz="1800" b="1" dirty="0" smtClean="0"/>
              <a:t>데이터베이스 만들기</a:t>
            </a:r>
            <a:endParaRPr lang="en-US" altLang="ko-KR" sz="1800" b="1" dirty="0" smtClean="0"/>
          </a:p>
          <a:p>
            <a:pPr>
              <a:buFontTx/>
              <a:buChar char="-"/>
            </a:pPr>
            <a:r>
              <a:rPr lang="en-US" altLang="ko-KR" sz="1800" dirty="0" smtClean="0"/>
              <a:t>DB Name : Board,  Table Name : board</a:t>
            </a:r>
          </a:p>
          <a:p>
            <a:pPr marL="93662" indent="0">
              <a:buNone/>
            </a:pPr>
            <a:r>
              <a:rPr lang="en-US" altLang="ko-KR" sz="1800" dirty="0" smtClean="0"/>
              <a:t>   CREATE </a:t>
            </a:r>
            <a:r>
              <a:rPr lang="en-US" altLang="ko-KR" sz="1800" dirty="0"/>
              <a:t>TABLE board</a:t>
            </a:r>
            <a:r>
              <a:rPr lang="en-US" altLang="ko-KR" sz="1800" dirty="0" smtClean="0"/>
              <a:t>(</a:t>
            </a:r>
          </a:p>
          <a:p>
            <a:pPr marL="93662" indent="0">
              <a:buNone/>
            </a:pPr>
            <a:r>
              <a:rPr lang="en-US" altLang="ko-KR" sz="1800" dirty="0" smtClean="0"/>
              <a:t>	id </a:t>
            </a:r>
            <a:r>
              <a:rPr lang="en-US" altLang="ko-KR" sz="1800" dirty="0"/>
              <a:t>INT AUTO_INCREMENT PRIMARY KEY,	</a:t>
            </a:r>
            <a:endParaRPr lang="en-US" altLang="ko-KR" sz="1800" dirty="0" smtClean="0"/>
          </a:p>
          <a:p>
            <a:pPr marL="93662" indent="0">
              <a:buNone/>
            </a:pPr>
            <a:r>
              <a:rPr lang="en-US" altLang="ko-KR" sz="1800" dirty="0" smtClean="0"/>
              <a:t>	writer </a:t>
            </a:r>
            <a:r>
              <a:rPr lang="en-US" altLang="ko-KR" sz="1800" dirty="0"/>
              <a:t>VARCHAR(12),	</a:t>
            </a:r>
            <a:endParaRPr lang="en-US" altLang="ko-KR" sz="1800" dirty="0" smtClean="0"/>
          </a:p>
          <a:p>
            <a:pPr marL="93662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err="1" smtClean="0"/>
              <a:t>passwd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VARCHAR(12),	</a:t>
            </a:r>
            <a:endParaRPr lang="en-US" altLang="ko-KR" sz="1800" dirty="0" smtClean="0"/>
          </a:p>
          <a:p>
            <a:pPr marL="93662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subject </a:t>
            </a:r>
            <a:r>
              <a:rPr lang="en-US" altLang="ko-KR" sz="1800" dirty="0"/>
              <a:t>VARCHAR(50),	</a:t>
            </a:r>
            <a:endParaRPr lang="en-US" altLang="ko-KR" sz="1800" dirty="0" smtClean="0"/>
          </a:p>
          <a:p>
            <a:pPr marL="93662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email </a:t>
            </a:r>
            <a:r>
              <a:rPr lang="en-US" altLang="ko-KR" sz="1800" dirty="0"/>
              <a:t>VARCHAR(25));    </a:t>
            </a:r>
          </a:p>
          <a:p>
            <a:pPr marL="93662" indent="0">
              <a:buNone/>
            </a:pPr>
            <a:endParaRPr lang="en-US" altLang="ko-KR" dirty="0"/>
          </a:p>
          <a:p>
            <a:pPr marL="357188" lvl="1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1600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2000" dirty="0"/>
          </a:p>
          <a:p>
            <a:pPr marL="436562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6576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데이터베이스를 이용한 게시판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640828" y="742104"/>
            <a:ext cx="4619661" cy="5669958"/>
          </a:xfrm>
        </p:spPr>
        <p:txBody>
          <a:bodyPr>
            <a:normAutofit lnSpcReduction="10000"/>
          </a:bodyPr>
          <a:lstStyle/>
          <a:p>
            <a:pPr marL="93662" indent="0">
              <a:buNone/>
            </a:pPr>
            <a:r>
              <a:rPr lang="ko-KR" altLang="en-US" sz="1600" b="1" dirty="0" smtClean="0">
                <a:solidFill>
                  <a:srgbClr val="C00000"/>
                </a:solidFill>
              </a:rPr>
              <a:t>실행결과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1  :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글 등록 후 목록 보기 실행 결과</a:t>
            </a:r>
            <a:endParaRPr lang="en-US" altLang="ko-KR" sz="1600" b="1" dirty="0" smtClean="0">
              <a:solidFill>
                <a:srgbClr val="C00000"/>
              </a:solidFill>
            </a:endParaRPr>
          </a:p>
          <a:p>
            <a:pPr marL="93662" indent="0">
              <a:buNone/>
            </a:pPr>
            <a:r>
              <a:rPr lang="en-US" altLang="ko-KR" dirty="0"/>
              <a:t>====</a:t>
            </a:r>
            <a:r>
              <a:rPr lang="ko-KR" altLang="en-US" dirty="0"/>
              <a:t>게시판</a:t>
            </a:r>
            <a:r>
              <a:rPr lang="en-US" altLang="ko-KR" dirty="0"/>
              <a:t>====</a:t>
            </a:r>
          </a:p>
          <a:p>
            <a:pPr marL="93662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글 등록</a:t>
            </a:r>
          </a:p>
          <a:p>
            <a:pPr marL="93662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글 목록보기</a:t>
            </a:r>
          </a:p>
          <a:p>
            <a:pPr marL="93662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글 </a:t>
            </a:r>
            <a:r>
              <a:rPr lang="ko-KR" altLang="en-US" dirty="0" err="1"/>
              <a:t>내용보기</a:t>
            </a:r>
            <a:endParaRPr lang="ko-KR" altLang="en-US" dirty="0"/>
          </a:p>
          <a:p>
            <a:pPr marL="93662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글 삭제하기</a:t>
            </a:r>
          </a:p>
          <a:p>
            <a:pPr marL="93662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글 수정하기</a:t>
            </a:r>
          </a:p>
          <a:p>
            <a:pPr marL="93662" indent="0">
              <a:buNone/>
            </a:pPr>
            <a:r>
              <a:rPr lang="en-US" altLang="ko-KR" dirty="0"/>
              <a:t>f. </a:t>
            </a:r>
            <a:r>
              <a:rPr lang="ko-KR" altLang="en-US" dirty="0"/>
              <a:t>종료하기</a:t>
            </a:r>
          </a:p>
          <a:p>
            <a:pPr marL="93662" indent="0">
              <a:buNone/>
            </a:pPr>
            <a:r>
              <a:rPr lang="ko-KR" altLang="en-US" dirty="0"/>
              <a:t>메뉴 선택하세요 </a:t>
            </a:r>
            <a:r>
              <a:rPr lang="en-US" altLang="ko-KR" dirty="0"/>
              <a:t>: a</a:t>
            </a:r>
          </a:p>
          <a:p>
            <a:pPr marL="93662" indent="0">
              <a:buNone/>
            </a:pPr>
            <a:r>
              <a:rPr lang="en-US" altLang="ko-KR" dirty="0"/>
              <a:t>===</a:t>
            </a:r>
            <a:r>
              <a:rPr lang="ko-KR" altLang="en-US" dirty="0"/>
              <a:t>게시물 등록</a:t>
            </a:r>
            <a:r>
              <a:rPr lang="en-US" altLang="ko-KR" dirty="0"/>
              <a:t>===</a:t>
            </a:r>
          </a:p>
          <a:p>
            <a:pPr marL="93662" indent="0">
              <a:buNone/>
            </a:pPr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아이유</a:t>
            </a:r>
          </a:p>
          <a:p>
            <a:pPr marL="93662" indent="0">
              <a:buNone/>
            </a:pPr>
            <a:r>
              <a:rPr lang="ko-KR" altLang="en-US" dirty="0"/>
              <a:t>비밀 번호 </a:t>
            </a:r>
            <a:r>
              <a:rPr lang="en-US" altLang="ko-KR" dirty="0"/>
              <a:t>: 12345</a:t>
            </a:r>
          </a:p>
          <a:p>
            <a:pPr marL="93662" indent="0">
              <a:buNone/>
            </a:pPr>
            <a:r>
              <a:rPr lang="ko-KR" altLang="en-US" dirty="0"/>
              <a:t>이메일 </a:t>
            </a:r>
            <a:r>
              <a:rPr lang="en-US" altLang="ko-KR" dirty="0"/>
              <a:t>: iu@naver.com</a:t>
            </a:r>
          </a:p>
          <a:p>
            <a:pPr marL="93662" indent="0">
              <a:buNone/>
            </a:pPr>
            <a:r>
              <a:rPr lang="ko-KR" altLang="en-US" dirty="0"/>
              <a:t>제목 </a:t>
            </a:r>
            <a:r>
              <a:rPr lang="en-US" altLang="ko-KR" dirty="0"/>
              <a:t>: </a:t>
            </a:r>
            <a:r>
              <a:rPr lang="ko-KR" altLang="en-US" dirty="0"/>
              <a:t>라일락</a:t>
            </a:r>
          </a:p>
          <a:p>
            <a:pPr marL="93662" indent="0">
              <a:buNone/>
            </a:pPr>
            <a:r>
              <a:rPr lang="ko-KR" altLang="en-US" dirty="0"/>
              <a:t>게시물이 등록되었습니다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2000" dirty="0"/>
          </a:p>
          <a:p>
            <a:pPr marL="436562" indent="-342900">
              <a:buAutoNum type="arabicPeriod"/>
            </a:pP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5360894" y="1112286"/>
            <a:ext cx="6096000" cy="4191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====</a:t>
            </a:r>
            <a:r>
              <a:rPr lang="ko-KR" altLang="en-US" sz="1400" dirty="0"/>
              <a:t>게시판</a:t>
            </a:r>
            <a:r>
              <a:rPr lang="en-US" altLang="ko-KR" sz="1400" dirty="0"/>
              <a:t>====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a. </a:t>
            </a:r>
            <a:r>
              <a:rPr lang="ko-KR" altLang="en-US" sz="1400" dirty="0"/>
              <a:t>글 등록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b. </a:t>
            </a:r>
            <a:r>
              <a:rPr lang="ko-KR" altLang="en-US" sz="1400" dirty="0"/>
              <a:t>글 목록보기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c. </a:t>
            </a:r>
            <a:r>
              <a:rPr lang="ko-KR" altLang="en-US" sz="1400" dirty="0"/>
              <a:t>글 </a:t>
            </a:r>
            <a:r>
              <a:rPr lang="ko-KR" altLang="en-US" sz="1400" dirty="0" err="1"/>
              <a:t>내용보기</a:t>
            </a:r>
            <a:endParaRPr lang="ko-KR" altLang="en-US" sz="1400" dirty="0"/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d. </a:t>
            </a:r>
            <a:r>
              <a:rPr lang="ko-KR" altLang="en-US" sz="1400" dirty="0"/>
              <a:t>글 삭제하기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e. </a:t>
            </a:r>
            <a:r>
              <a:rPr lang="ko-KR" altLang="en-US" sz="1400" dirty="0"/>
              <a:t>글 수정하기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f. </a:t>
            </a:r>
            <a:r>
              <a:rPr lang="ko-KR" altLang="en-US" sz="1400" dirty="0"/>
              <a:t>종료하기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ko-KR" altLang="en-US" sz="1400" dirty="0"/>
              <a:t>메뉴 선택하세요 </a:t>
            </a:r>
            <a:r>
              <a:rPr lang="en-US" altLang="ko-KR" sz="1400" dirty="0"/>
              <a:t>: b</a:t>
            </a:r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r>
              <a:rPr lang="en-US" altLang="ko-KR" sz="1400" dirty="0"/>
              <a:t>id = 1, </a:t>
            </a:r>
            <a:r>
              <a:rPr lang="ko-KR" altLang="en-US" sz="1400" dirty="0"/>
              <a:t>작성자 </a:t>
            </a:r>
            <a:r>
              <a:rPr lang="en-US" altLang="ko-KR" sz="1400" dirty="0"/>
              <a:t>= </a:t>
            </a:r>
            <a:r>
              <a:rPr lang="ko-KR" altLang="en-US" sz="1400" dirty="0"/>
              <a:t>아이유</a:t>
            </a:r>
            <a:r>
              <a:rPr lang="en-US" altLang="ko-KR" sz="1400" dirty="0"/>
              <a:t>, </a:t>
            </a:r>
            <a:r>
              <a:rPr lang="ko-KR" altLang="en-US" sz="1400" dirty="0"/>
              <a:t>이메일 </a:t>
            </a:r>
            <a:r>
              <a:rPr lang="en-US" altLang="ko-KR" sz="1400" dirty="0"/>
              <a:t>= iu@naver.com, </a:t>
            </a:r>
            <a:r>
              <a:rPr lang="ko-KR" altLang="en-US" sz="1400" dirty="0"/>
              <a:t>제목 </a:t>
            </a:r>
            <a:r>
              <a:rPr lang="en-US" altLang="ko-KR" sz="1400" dirty="0"/>
              <a:t>= </a:t>
            </a:r>
            <a:r>
              <a:rPr lang="ko-KR" altLang="en-US" sz="1400" dirty="0"/>
              <a:t>라일락</a:t>
            </a:r>
            <a:endParaRPr lang="en-US" altLang="ko-KR" sz="1400" dirty="0"/>
          </a:p>
          <a:p>
            <a:pPr marL="534988" lvl="1" indent="-177800">
              <a:lnSpc>
                <a:spcPct val="120000"/>
              </a:lnSpc>
              <a:spcBef>
                <a:spcPts val="5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8730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데이터베이스를 이용한 게시판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640828" y="742104"/>
            <a:ext cx="5351181" cy="5669958"/>
          </a:xfrm>
        </p:spPr>
        <p:txBody>
          <a:bodyPr>
            <a:normAutofit/>
          </a:bodyPr>
          <a:lstStyle/>
          <a:p>
            <a:pPr marL="93662" indent="0">
              <a:buNone/>
            </a:pPr>
            <a:r>
              <a:rPr lang="ko-KR" altLang="en-US" sz="1600" b="1" dirty="0">
                <a:solidFill>
                  <a:srgbClr val="C00000"/>
                </a:solidFill>
              </a:rPr>
              <a:t>실행결과</a:t>
            </a:r>
            <a:r>
              <a:rPr lang="en-US" altLang="ko-KR" sz="1600" b="1" dirty="0">
                <a:solidFill>
                  <a:srgbClr val="C00000"/>
                </a:solidFill>
              </a:rPr>
              <a:t>2  : </a:t>
            </a:r>
            <a:r>
              <a:rPr lang="ko-KR" altLang="en-US" sz="1600" b="1" dirty="0">
                <a:solidFill>
                  <a:srgbClr val="C00000"/>
                </a:solidFill>
              </a:rPr>
              <a:t>특정 글 하나에 대한 정보 보기 요청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 marL="93662" indent="0">
              <a:buNone/>
            </a:pPr>
            <a:r>
              <a:rPr lang="en-US" altLang="ko-KR" dirty="0"/>
              <a:t>====</a:t>
            </a:r>
            <a:r>
              <a:rPr lang="ko-KR" altLang="en-US" dirty="0"/>
              <a:t>게시판</a:t>
            </a:r>
            <a:r>
              <a:rPr lang="en-US" altLang="ko-KR" dirty="0"/>
              <a:t>====</a:t>
            </a:r>
          </a:p>
          <a:p>
            <a:pPr marL="93662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글 등록</a:t>
            </a:r>
          </a:p>
          <a:p>
            <a:pPr marL="93662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글 목록보기</a:t>
            </a:r>
          </a:p>
          <a:p>
            <a:pPr marL="93662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글 </a:t>
            </a:r>
            <a:r>
              <a:rPr lang="ko-KR" altLang="en-US" dirty="0" err="1"/>
              <a:t>내용보기</a:t>
            </a:r>
            <a:endParaRPr lang="ko-KR" altLang="en-US" dirty="0"/>
          </a:p>
          <a:p>
            <a:pPr marL="93662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글 삭제하기</a:t>
            </a:r>
          </a:p>
          <a:p>
            <a:pPr marL="93662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글 수정하기</a:t>
            </a:r>
          </a:p>
          <a:p>
            <a:pPr marL="93662" indent="0">
              <a:buNone/>
            </a:pPr>
            <a:r>
              <a:rPr lang="en-US" altLang="ko-KR" dirty="0"/>
              <a:t>f. </a:t>
            </a:r>
            <a:r>
              <a:rPr lang="ko-KR" altLang="en-US" dirty="0"/>
              <a:t>종료하기</a:t>
            </a:r>
          </a:p>
          <a:p>
            <a:pPr marL="93662" indent="0">
              <a:buNone/>
            </a:pPr>
            <a:r>
              <a:rPr lang="ko-KR" altLang="en-US" dirty="0"/>
              <a:t>메뉴 선택하세요 </a:t>
            </a:r>
            <a:r>
              <a:rPr lang="en-US" altLang="ko-KR" dirty="0"/>
              <a:t>: c</a:t>
            </a:r>
          </a:p>
          <a:p>
            <a:pPr marL="93662" indent="0">
              <a:buNone/>
            </a:pPr>
            <a:r>
              <a:rPr lang="ko-KR" altLang="en-US" dirty="0"/>
              <a:t>검색할 글 번호를 입력하세요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r>
              <a:rPr lang="ko-KR" altLang="en-US" dirty="0"/>
              <a:t>글 번호 </a:t>
            </a:r>
            <a:r>
              <a:rPr lang="en-US" altLang="ko-KR" dirty="0"/>
              <a:t>: 1</a:t>
            </a:r>
          </a:p>
          <a:p>
            <a:pPr marL="93662" indent="0">
              <a:buNone/>
            </a:pPr>
            <a:r>
              <a:rPr lang="ko-KR" altLang="en-US" dirty="0"/>
              <a:t>작성자 </a:t>
            </a:r>
            <a:r>
              <a:rPr lang="en-US" altLang="ko-KR" dirty="0"/>
              <a:t>= </a:t>
            </a:r>
            <a:r>
              <a:rPr lang="ko-KR" altLang="en-US" dirty="0"/>
              <a:t>아이유</a:t>
            </a:r>
            <a:r>
              <a:rPr lang="en-US" altLang="ko-KR" dirty="0"/>
              <a:t>, </a:t>
            </a:r>
            <a:r>
              <a:rPr lang="ko-KR" altLang="en-US" dirty="0"/>
              <a:t>이메일 </a:t>
            </a:r>
            <a:r>
              <a:rPr lang="en-US" altLang="ko-KR" dirty="0"/>
              <a:t>= iu@naver.com, </a:t>
            </a:r>
            <a:r>
              <a:rPr lang="ko-KR" altLang="en-US" dirty="0"/>
              <a:t>제목 </a:t>
            </a:r>
            <a:r>
              <a:rPr lang="en-US" altLang="ko-KR" dirty="0"/>
              <a:t>= </a:t>
            </a:r>
            <a:r>
              <a:rPr lang="ko-KR" altLang="en-US" dirty="0"/>
              <a:t>라일락</a:t>
            </a:r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2000" dirty="0"/>
          </a:p>
          <a:p>
            <a:pPr marL="436562" indent="-342900">
              <a:buAutoNum type="arabicPeriod"/>
            </a:pP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5360894" y="1112286"/>
            <a:ext cx="6096000" cy="4191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4099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데이터베이스를 이용한 게시판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640828" y="742104"/>
            <a:ext cx="5351181" cy="5669958"/>
          </a:xfrm>
        </p:spPr>
        <p:txBody>
          <a:bodyPr>
            <a:normAutofit fontScale="92500" lnSpcReduction="10000"/>
          </a:bodyPr>
          <a:lstStyle/>
          <a:p>
            <a:pPr marL="93662" indent="0">
              <a:buNone/>
            </a:pPr>
            <a:r>
              <a:rPr lang="ko-KR" altLang="en-US" sz="1600" b="1" dirty="0" smtClean="0">
                <a:solidFill>
                  <a:srgbClr val="C00000"/>
                </a:solidFill>
              </a:rPr>
              <a:t>실행결과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3  </a:t>
            </a:r>
            <a:r>
              <a:rPr lang="en-US" altLang="ko-KR" sz="1600" b="1" dirty="0">
                <a:solidFill>
                  <a:srgbClr val="C00000"/>
                </a:solidFill>
              </a:rPr>
              <a:t>: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특정 글 정보 수정 후 내용 보기</a:t>
            </a:r>
            <a:endParaRPr lang="en-US" altLang="ko-KR" sz="1600" b="1" dirty="0" smtClean="0">
              <a:solidFill>
                <a:srgbClr val="C00000"/>
              </a:solidFill>
            </a:endParaRPr>
          </a:p>
          <a:p>
            <a:pPr marL="93662" indent="0">
              <a:buNone/>
            </a:pPr>
            <a:r>
              <a:rPr lang="en-US" altLang="ko-KR" dirty="0"/>
              <a:t>====</a:t>
            </a:r>
            <a:r>
              <a:rPr lang="ko-KR" altLang="en-US" dirty="0"/>
              <a:t>게시판</a:t>
            </a:r>
            <a:r>
              <a:rPr lang="en-US" altLang="ko-KR" dirty="0"/>
              <a:t>====</a:t>
            </a:r>
          </a:p>
          <a:p>
            <a:pPr marL="93662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글 등록</a:t>
            </a:r>
          </a:p>
          <a:p>
            <a:pPr marL="93662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글 목록보기</a:t>
            </a:r>
          </a:p>
          <a:p>
            <a:pPr marL="93662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글 </a:t>
            </a:r>
            <a:r>
              <a:rPr lang="ko-KR" altLang="en-US" dirty="0" err="1"/>
              <a:t>내용보기</a:t>
            </a:r>
            <a:endParaRPr lang="ko-KR" altLang="en-US" dirty="0"/>
          </a:p>
          <a:p>
            <a:pPr marL="93662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글 삭제하기</a:t>
            </a:r>
          </a:p>
          <a:p>
            <a:pPr marL="93662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글 수정하기</a:t>
            </a:r>
          </a:p>
          <a:p>
            <a:pPr marL="93662" indent="0">
              <a:buNone/>
            </a:pPr>
            <a:r>
              <a:rPr lang="en-US" altLang="ko-KR" dirty="0"/>
              <a:t>f. </a:t>
            </a:r>
            <a:r>
              <a:rPr lang="ko-KR" altLang="en-US" dirty="0"/>
              <a:t>종료하기</a:t>
            </a:r>
          </a:p>
          <a:p>
            <a:pPr marL="93662" indent="0">
              <a:buNone/>
            </a:pPr>
            <a:r>
              <a:rPr lang="ko-KR" altLang="en-US" dirty="0"/>
              <a:t>메뉴 선택하세요 </a:t>
            </a:r>
            <a:r>
              <a:rPr lang="en-US" altLang="ko-KR" dirty="0"/>
              <a:t>: e</a:t>
            </a:r>
          </a:p>
          <a:p>
            <a:pPr marL="93662" indent="0">
              <a:buNone/>
            </a:pPr>
            <a:r>
              <a:rPr lang="ko-KR" altLang="en-US" dirty="0"/>
              <a:t>수정할 글 번호를 입력하세요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r>
              <a:rPr lang="ko-KR" altLang="en-US" dirty="0"/>
              <a:t>글 번호 </a:t>
            </a:r>
            <a:r>
              <a:rPr lang="en-US" altLang="ko-KR" dirty="0"/>
              <a:t>: 1</a:t>
            </a:r>
          </a:p>
          <a:p>
            <a:pPr marL="93662" indent="0">
              <a:buNone/>
            </a:pPr>
            <a:r>
              <a:rPr lang="ko-KR" altLang="en-US" dirty="0"/>
              <a:t>수정할 데이터를 입력하세요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r>
              <a:rPr lang="ko-KR" altLang="en-US" dirty="0"/>
              <a:t>원래 작성자 </a:t>
            </a:r>
            <a:r>
              <a:rPr lang="en-US" altLang="ko-KR" dirty="0"/>
              <a:t>: </a:t>
            </a:r>
            <a:r>
              <a:rPr lang="ko-KR" altLang="en-US" dirty="0"/>
              <a:t>아이유</a:t>
            </a:r>
          </a:p>
          <a:p>
            <a:pPr marL="93662" indent="0">
              <a:buNone/>
            </a:pPr>
            <a:r>
              <a:rPr lang="ko-KR" altLang="en-US" dirty="0"/>
              <a:t>수정할 작성자 </a:t>
            </a:r>
            <a:r>
              <a:rPr lang="en-US" altLang="ko-KR" dirty="0"/>
              <a:t>: </a:t>
            </a:r>
            <a:r>
              <a:rPr lang="ko-KR" altLang="en-US" dirty="0" err="1"/>
              <a:t>방탄소년단</a:t>
            </a:r>
            <a:endParaRPr lang="ko-KR" altLang="en-US" dirty="0"/>
          </a:p>
          <a:p>
            <a:pPr marL="93662" indent="0">
              <a:buNone/>
            </a:pPr>
            <a:r>
              <a:rPr lang="ko-KR" altLang="en-US" dirty="0"/>
              <a:t>원래 비밀번호 </a:t>
            </a:r>
            <a:r>
              <a:rPr lang="en-US" altLang="ko-KR" dirty="0"/>
              <a:t>: 12345</a:t>
            </a:r>
          </a:p>
          <a:p>
            <a:pPr marL="93662" indent="0">
              <a:buNone/>
            </a:pPr>
            <a:r>
              <a:rPr lang="ko-KR" altLang="en-US" dirty="0"/>
              <a:t>수정할 비밀번호 </a:t>
            </a:r>
            <a:r>
              <a:rPr lang="en-US" altLang="ko-KR" dirty="0"/>
              <a:t>: 1234</a:t>
            </a:r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2000" dirty="0"/>
          </a:p>
          <a:p>
            <a:pPr marL="436562" indent="-342900">
              <a:buAutoNum type="arabicPeriod"/>
            </a:pP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5360894" y="1112286"/>
            <a:ext cx="6096000" cy="4191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endParaRPr lang="en-US" altLang="ko-KR" sz="1400" dirty="0"/>
          </a:p>
        </p:txBody>
      </p:sp>
      <p:sp>
        <p:nvSpPr>
          <p:cNvPr id="6" name="직사각형 5"/>
          <p:cNvSpPr/>
          <p:nvPr/>
        </p:nvSpPr>
        <p:spPr>
          <a:xfrm>
            <a:off x="5274733" y="877134"/>
            <a:ext cx="6096000" cy="5856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원래 이메일 </a:t>
            </a:r>
            <a:r>
              <a:rPr lang="en-US" altLang="ko-KR" sz="1300" dirty="0">
                <a:solidFill>
                  <a:prstClr val="black"/>
                </a:solidFill>
              </a:rPr>
              <a:t>: </a:t>
            </a:r>
            <a:r>
              <a:rPr lang="en-US" altLang="ko-KR" sz="1300" dirty="0"/>
              <a:t>iu@naver.com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수정할 이메일 </a:t>
            </a:r>
            <a:r>
              <a:rPr lang="en-US" altLang="ko-KR" sz="1300" dirty="0">
                <a:solidFill>
                  <a:prstClr val="black"/>
                </a:solidFill>
              </a:rPr>
              <a:t>: bts@naver.com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원래 제목 </a:t>
            </a:r>
            <a:r>
              <a:rPr lang="en-US" altLang="ko-KR" sz="1300" dirty="0">
                <a:solidFill>
                  <a:prstClr val="black"/>
                </a:solidFill>
              </a:rPr>
              <a:t>: </a:t>
            </a:r>
            <a:r>
              <a:rPr lang="ko-KR" altLang="en-US" sz="1300" dirty="0">
                <a:solidFill>
                  <a:prstClr val="black"/>
                </a:solidFill>
              </a:rPr>
              <a:t>라일락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수정할 제목 </a:t>
            </a:r>
            <a:r>
              <a:rPr lang="en-US" altLang="ko-KR" sz="1300" dirty="0">
                <a:solidFill>
                  <a:prstClr val="black"/>
                </a:solidFill>
              </a:rPr>
              <a:t>: Dynamite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1</a:t>
            </a:r>
            <a:r>
              <a:rPr lang="ko-KR" altLang="en-US" sz="1300" dirty="0">
                <a:solidFill>
                  <a:prstClr val="black"/>
                </a:solidFill>
              </a:rPr>
              <a:t>번째 항목이 수정되었습니다</a:t>
            </a:r>
            <a:r>
              <a:rPr lang="en-US" altLang="ko-KR" sz="1300" dirty="0" smtClean="0">
                <a:solidFill>
                  <a:prstClr val="black"/>
                </a:solidFill>
              </a:rPr>
              <a:t>.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====</a:t>
            </a:r>
            <a:r>
              <a:rPr lang="ko-KR" altLang="en-US" sz="1300" dirty="0">
                <a:solidFill>
                  <a:prstClr val="black"/>
                </a:solidFill>
              </a:rPr>
              <a:t>게시판</a:t>
            </a:r>
            <a:r>
              <a:rPr lang="en-US" altLang="ko-KR" sz="1300" dirty="0">
                <a:solidFill>
                  <a:prstClr val="black"/>
                </a:solidFill>
              </a:rPr>
              <a:t>====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a. </a:t>
            </a:r>
            <a:r>
              <a:rPr lang="ko-KR" altLang="en-US" sz="1300" dirty="0">
                <a:solidFill>
                  <a:prstClr val="black"/>
                </a:solidFill>
              </a:rPr>
              <a:t>글 등록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b. </a:t>
            </a:r>
            <a:r>
              <a:rPr lang="ko-KR" altLang="en-US" sz="1300" dirty="0">
                <a:solidFill>
                  <a:prstClr val="black"/>
                </a:solidFill>
              </a:rPr>
              <a:t>글 목록보기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c. </a:t>
            </a:r>
            <a:r>
              <a:rPr lang="ko-KR" altLang="en-US" sz="1300" dirty="0">
                <a:solidFill>
                  <a:prstClr val="black"/>
                </a:solidFill>
              </a:rPr>
              <a:t>글 </a:t>
            </a:r>
            <a:r>
              <a:rPr lang="ko-KR" altLang="en-US" sz="1300" dirty="0" err="1">
                <a:solidFill>
                  <a:prstClr val="black"/>
                </a:solidFill>
              </a:rPr>
              <a:t>내용보기</a:t>
            </a:r>
            <a:endParaRPr lang="ko-KR" altLang="en-US" sz="1300" dirty="0">
              <a:solidFill>
                <a:prstClr val="black"/>
              </a:solidFill>
            </a:endParaRP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d. </a:t>
            </a:r>
            <a:r>
              <a:rPr lang="ko-KR" altLang="en-US" sz="1300" dirty="0">
                <a:solidFill>
                  <a:prstClr val="black"/>
                </a:solidFill>
              </a:rPr>
              <a:t>글 삭제하기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e. </a:t>
            </a:r>
            <a:r>
              <a:rPr lang="ko-KR" altLang="en-US" sz="1300" dirty="0">
                <a:solidFill>
                  <a:prstClr val="black"/>
                </a:solidFill>
              </a:rPr>
              <a:t>글 수정하기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en-US" altLang="ko-KR" sz="1300" dirty="0">
                <a:solidFill>
                  <a:prstClr val="black"/>
                </a:solidFill>
              </a:rPr>
              <a:t>f. </a:t>
            </a:r>
            <a:r>
              <a:rPr lang="ko-KR" altLang="en-US" sz="1300" dirty="0">
                <a:solidFill>
                  <a:prstClr val="black"/>
                </a:solidFill>
              </a:rPr>
              <a:t>종료하기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메뉴 선택하세요 </a:t>
            </a:r>
            <a:r>
              <a:rPr lang="en-US" altLang="ko-KR" sz="1300" dirty="0">
                <a:solidFill>
                  <a:prstClr val="black"/>
                </a:solidFill>
              </a:rPr>
              <a:t>: c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검색할 글 번호를 입력하세요</a:t>
            </a:r>
            <a:r>
              <a:rPr lang="en-US" altLang="ko-KR" sz="1300" dirty="0">
                <a:solidFill>
                  <a:prstClr val="black"/>
                </a:solidFill>
              </a:rPr>
              <a:t>.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글 번호 </a:t>
            </a:r>
            <a:r>
              <a:rPr lang="en-US" altLang="ko-KR" sz="1300" dirty="0">
                <a:solidFill>
                  <a:prstClr val="black"/>
                </a:solidFill>
              </a:rPr>
              <a:t>: 1</a:t>
            </a:r>
          </a:p>
          <a:p>
            <a:pPr marL="93662" lvl="0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</a:pPr>
            <a:r>
              <a:rPr lang="ko-KR" altLang="en-US" sz="1300" dirty="0">
                <a:solidFill>
                  <a:prstClr val="black"/>
                </a:solidFill>
              </a:rPr>
              <a:t>작성자 </a:t>
            </a:r>
            <a:r>
              <a:rPr lang="en-US" altLang="ko-KR" sz="1300" dirty="0">
                <a:solidFill>
                  <a:prstClr val="black"/>
                </a:solidFill>
              </a:rPr>
              <a:t>= </a:t>
            </a:r>
            <a:r>
              <a:rPr lang="ko-KR" altLang="en-US" sz="1300" dirty="0" err="1">
                <a:solidFill>
                  <a:prstClr val="black"/>
                </a:solidFill>
              </a:rPr>
              <a:t>방탄소년단</a:t>
            </a:r>
            <a:r>
              <a:rPr lang="en-US" altLang="ko-KR" sz="1300" dirty="0">
                <a:solidFill>
                  <a:prstClr val="black"/>
                </a:solidFill>
              </a:rPr>
              <a:t>, </a:t>
            </a:r>
            <a:r>
              <a:rPr lang="ko-KR" altLang="en-US" sz="1300" dirty="0">
                <a:solidFill>
                  <a:prstClr val="black"/>
                </a:solidFill>
              </a:rPr>
              <a:t>이메일 </a:t>
            </a:r>
            <a:r>
              <a:rPr lang="en-US" altLang="ko-KR" sz="1300" dirty="0">
                <a:solidFill>
                  <a:prstClr val="black"/>
                </a:solidFill>
              </a:rPr>
              <a:t>= bts@naver.com, </a:t>
            </a:r>
            <a:r>
              <a:rPr lang="ko-KR" altLang="en-US" sz="1300" dirty="0">
                <a:solidFill>
                  <a:prstClr val="black"/>
                </a:solidFill>
              </a:rPr>
              <a:t>제목 </a:t>
            </a:r>
            <a:r>
              <a:rPr lang="en-US" altLang="ko-KR" sz="1300" dirty="0">
                <a:solidFill>
                  <a:prstClr val="black"/>
                </a:solidFill>
              </a:rPr>
              <a:t>= Dynamite</a:t>
            </a:r>
            <a:endParaRPr lang="en-US" altLang="ko-KR" sz="1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05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데이터베이스를 이용한 게시판 만들기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640828" y="742104"/>
            <a:ext cx="5351181" cy="5669958"/>
          </a:xfrm>
        </p:spPr>
        <p:txBody>
          <a:bodyPr>
            <a:normAutofit/>
          </a:bodyPr>
          <a:lstStyle/>
          <a:p>
            <a:pPr marL="93662" indent="0">
              <a:buNone/>
            </a:pPr>
            <a:r>
              <a:rPr lang="ko-KR" altLang="en-US" sz="1600" b="1" dirty="0" smtClean="0">
                <a:solidFill>
                  <a:srgbClr val="C00000"/>
                </a:solidFill>
              </a:rPr>
              <a:t>실행결과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4  </a:t>
            </a:r>
            <a:r>
              <a:rPr lang="en-US" altLang="ko-KR" sz="1600" b="1" dirty="0">
                <a:solidFill>
                  <a:srgbClr val="C00000"/>
                </a:solidFill>
              </a:rPr>
              <a:t>: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특정 글 삭제 후 목록 보기 요청</a:t>
            </a:r>
            <a:endParaRPr lang="en-US" altLang="ko-KR" sz="1600" b="1" dirty="0" smtClean="0">
              <a:solidFill>
                <a:srgbClr val="C00000"/>
              </a:solidFill>
            </a:endParaRPr>
          </a:p>
          <a:p>
            <a:pPr marL="93662" indent="0">
              <a:buNone/>
            </a:pPr>
            <a:r>
              <a:rPr lang="en-US" altLang="ko-KR" dirty="0" smtClean="0"/>
              <a:t>====</a:t>
            </a:r>
            <a:r>
              <a:rPr lang="ko-KR" altLang="en-US" dirty="0"/>
              <a:t>게시판</a:t>
            </a:r>
            <a:r>
              <a:rPr lang="en-US" altLang="ko-KR" dirty="0"/>
              <a:t>====</a:t>
            </a:r>
          </a:p>
          <a:p>
            <a:pPr marL="93662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글 등록</a:t>
            </a:r>
          </a:p>
          <a:p>
            <a:pPr marL="93662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글 목록보기</a:t>
            </a:r>
          </a:p>
          <a:p>
            <a:pPr marL="93662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글 </a:t>
            </a:r>
            <a:r>
              <a:rPr lang="ko-KR" altLang="en-US" dirty="0" err="1"/>
              <a:t>내용보기</a:t>
            </a:r>
            <a:endParaRPr lang="ko-KR" altLang="en-US" dirty="0"/>
          </a:p>
          <a:p>
            <a:pPr marL="93662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글 삭제하기</a:t>
            </a:r>
          </a:p>
          <a:p>
            <a:pPr marL="93662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글 수정하기</a:t>
            </a:r>
          </a:p>
          <a:p>
            <a:pPr marL="93662" indent="0">
              <a:buNone/>
            </a:pPr>
            <a:r>
              <a:rPr lang="en-US" altLang="ko-KR" dirty="0"/>
              <a:t>f. </a:t>
            </a:r>
            <a:r>
              <a:rPr lang="ko-KR" altLang="en-US" dirty="0"/>
              <a:t>종료하기</a:t>
            </a:r>
          </a:p>
          <a:p>
            <a:pPr marL="93662" indent="0">
              <a:buNone/>
            </a:pPr>
            <a:r>
              <a:rPr lang="ko-KR" altLang="en-US" dirty="0"/>
              <a:t>메뉴 선택하세요 </a:t>
            </a:r>
            <a:r>
              <a:rPr lang="en-US" altLang="ko-KR" dirty="0"/>
              <a:t>: d</a:t>
            </a:r>
          </a:p>
          <a:p>
            <a:pPr marL="93662" indent="0">
              <a:buNone/>
            </a:pPr>
            <a:r>
              <a:rPr lang="ko-KR" altLang="en-US" dirty="0"/>
              <a:t>삭제할 글 번호를 입력하세요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r>
              <a:rPr lang="ko-KR" altLang="en-US" dirty="0"/>
              <a:t>글 번호 </a:t>
            </a:r>
            <a:r>
              <a:rPr lang="en-US" altLang="ko-KR" dirty="0"/>
              <a:t>: 1</a:t>
            </a:r>
          </a:p>
          <a:p>
            <a:pPr marL="93662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번째 항목이 삭제되었습니다</a:t>
            </a:r>
            <a:r>
              <a:rPr lang="en-US" altLang="ko-KR" dirty="0"/>
              <a:t>.</a:t>
            </a:r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dirty="0"/>
          </a:p>
          <a:p>
            <a:pPr marL="93662" indent="0">
              <a:buNone/>
            </a:pPr>
            <a:endParaRPr lang="en-US" altLang="ko-KR" sz="2000" dirty="0"/>
          </a:p>
          <a:p>
            <a:pPr marL="436562" indent="-342900">
              <a:buAutoNum type="arabicPeriod"/>
            </a:pP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5360894" y="1112286"/>
            <a:ext cx="6096000" cy="4191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3662">
              <a:lnSpc>
                <a:spcPct val="120000"/>
              </a:lnSpc>
              <a:spcBef>
                <a:spcPts val="1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None/>
            </a:pPr>
            <a:endParaRPr lang="en-US" altLang="ko-KR" sz="1400" dirty="0"/>
          </a:p>
        </p:txBody>
      </p:sp>
      <p:sp>
        <p:nvSpPr>
          <p:cNvPr id="4" name="직사각형 3"/>
          <p:cNvSpPr/>
          <p:nvPr/>
        </p:nvSpPr>
        <p:spPr>
          <a:xfrm>
            <a:off x="5676452" y="1191840"/>
            <a:ext cx="6096000" cy="49398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====</a:t>
            </a:r>
            <a:r>
              <a:rPr lang="ko-KR" altLang="en-US" sz="1400" dirty="0"/>
              <a:t>게시판</a:t>
            </a:r>
            <a:r>
              <a:rPr lang="en-US" altLang="ko-KR" sz="1400" dirty="0"/>
              <a:t>====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a. </a:t>
            </a:r>
            <a:r>
              <a:rPr lang="ko-KR" altLang="en-US" sz="1400" dirty="0"/>
              <a:t>글 등록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b. </a:t>
            </a:r>
            <a:r>
              <a:rPr lang="ko-KR" altLang="en-US" sz="1400" dirty="0"/>
              <a:t>글 목록보기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c. </a:t>
            </a:r>
            <a:r>
              <a:rPr lang="ko-KR" altLang="en-US" sz="1400" dirty="0"/>
              <a:t>글 </a:t>
            </a:r>
            <a:r>
              <a:rPr lang="ko-KR" altLang="en-US" sz="1400" dirty="0" err="1"/>
              <a:t>내용보기</a:t>
            </a:r>
            <a:endParaRPr lang="ko-KR" altLang="en-US" sz="1400" dirty="0"/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d. </a:t>
            </a:r>
            <a:r>
              <a:rPr lang="ko-KR" altLang="en-US" sz="1400" dirty="0"/>
              <a:t>글 삭제하기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e. </a:t>
            </a:r>
            <a:r>
              <a:rPr lang="ko-KR" altLang="en-US" sz="1400" dirty="0"/>
              <a:t>글 수정하기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/>
              <a:t>f. </a:t>
            </a:r>
            <a:r>
              <a:rPr lang="ko-KR" altLang="en-US" sz="1400" dirty="0"/>
              <a:t>종료하기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ko-KR" altLang="en-US" sz="1400" dirty="0"/>
              <a:t>메뉴 선택하세요 </a:t>
            </a:r>
            <a:r>
              <a:rPr lang="en-US" altLang="ko-KR" sz="1400" dirty="0"/>
              <a:t>: </a:t>
            </a:r>
            <a:r>
              <a:rPr lang="en-US" altLang="ko-KR" sz="1400" dirty="0" smtClean="0"/>
              <a:t>b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====</a:t>
            </a:r>
            <a:r>
              <a:rPr lang="ko-KR" altLang="en-US" sz="1400" dirty="0" smtClean="0"/>
              <a:t>게시판</a:t>
            </a:r>
            <a:r>
              <a:rPr lang="en-US" altLang="ko-KR" sz="1400" dirty="0" smtClean="0"/>
              <a:t>====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a. </a:t>
            </a:r>
            <a:r>
              <a:rPr lang="ko-KR" altLang="en-US" sz="1400" dirty="0" smtClean="0"/>
              <a:t>글 등록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b. </a:t>
            </a:r>
            <a:r>
              <a:rPr lang="ko-KR" altLang="en-US" sz="1400" dirty="0" smtClean="0"/>
              <a:t>글 목록보기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c. </a:t>
            </a:r>
            <a:r>
              <a:rPr lang="ko-KR" altLang="en-US" sz="1400" dirty="0" smtClean="0"/>
              <a:t>글 </a:t>
            </a:r>
            <a:r>
              <a:rPr lang="ko-KR" altLang="en-US" sz="1400" dirty="0" err="1" smtClean="0"/>
              <a:t>내용보기</a:t>
            </a:r>
            <a:endParaRPr lang="ko-KR" altLang="en-US" sz="1400" dirty="0" smtClean="0"/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d. </a:t>
            </a:r>
            <a:r>
              <a:rPr lang="ko-KR" altLang="en-US" sz="1400" dirty="0" smtClean="0"/>
              <a:t>글 삭제하기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e. </a:t>
            </a:r>
            <a:r>
              <a:rPr lang="ko-KR" altLang="en-US" sz="1400" dirty="0" smtClean="0"/>
              <a:t>글 수정하기</a:t>
            </a:r>
          </a:p>
          <a:p>
            <a:pPr marL="93662" indent="0">
              <a:lnSpc>
                <a:spcPct val="150000"/>
              </a:lnSpc>
              <a:buNone/>
            </a:pPr>
            <a:r>
              <a:rPr lang="en-US" altLang="ko-KR" sz="1400" dirty="0" smtClean="0"/>
              <a:t>f. </a:t>
            </a:r>
            <a:r>
              <a:rPr lang="ko-KR" altLang="en-US" sz="1400" dirty="0" smtClean="0"/>
              <a:t>종료하기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1970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451</Words>
  <Application>Microsoft Office PowerPoint</Application>
  <PresentationFormat>와이드스크린</PresentationFormat>
  <Paragraphs>138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데이터베이스를 이용한 게시판 만들기</vt:lpstr>
      <vt:lpstr>데이터베이스를 이용한 게시판 만들기</vt:lpstr>
      <vt:lpstr>데이터베이스를 이용한 게시판 만들기</vt:lpstr>
      <vt:lpstr>데이터베이스를 이용한 게시판 만들기</vt:lpstr>
      <vt:lpstr>데이터베이스를 이용한 게시판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601-00</dc:creator>
  <cp:lastModifiedBy>601-00</cp:lastModifiedBy>
  <cp:revision>4</cp:revision>
  <dcterms:created xsi:type="dcterms:W3CDTF">2021-06-01T05:34:35Z</dcterms:created>
  <dcterms:modified xsi:type="dcterms:W3CDTF">2021-06-01T09:11:21Z</dcterms:modified>
</cp:coreProperties>
</file>